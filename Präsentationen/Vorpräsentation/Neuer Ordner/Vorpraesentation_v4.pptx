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"/>
            <a:ext cx="201168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64008"/>
            <a:ext cx="1188720" cy="12344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64008"/>
            <a:ext cx="640080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 ·  VORPRÄSENTATION  ·  JUNI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315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3410712"/>
            <a:ext cx="164592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47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in Sensordaten  ·  illwerke vkw 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977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3977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4389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389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Vorarlberg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1924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Energieversorgung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Vorarlberg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Betreibt Pumpspeicher-, Speicher- und Laufkraftwerke  ·  Innovationsführer bei flexibler Energieerzeugung in Vorarlberg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unentdeckt.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Wasserkraftwerken erfassen hunderte Sensoren kritische Messwerte. Fehler entstehen schleichend — und werden oft erst beim Schaden bemerkt.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201168"/>
            <a:ext cx="16459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92040" y="54864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54864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65836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23560" y="640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1024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Plötzlicher Ausreißer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64592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5564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23560" y="2121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74320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74320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85292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2356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23560" y="32186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Wert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840480"/>
            <a:ext cx="39319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84048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95020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23560" y="3931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23560" y="43159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/ Ausfall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bauen.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16736"/>
            <a:ext cx="84124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264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Spezifisch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41732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von Spike, Drift, Frozen, Dropout in Sensordaten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09397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  ·  False-Positive-Rate ≤ 10 %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70048"/>
            <a:ext cx="84124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79776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7706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Ausführbar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277063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Python-Prototyp  ·  Streamlit-Dashboard  ·  synthetische Daten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4472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97480" y="344728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Schüler  ·  vorhandene Python &amp; Data-Science Kenntnisse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23360"/>
            <a:ext cx="84124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133088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1239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Terminiert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412394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fertig: Dezember 2026  ·  Abgabe DA: April 2027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THEORIETEIL &amp; AUFGABENTEILUNG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4160520" cy="4233672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66928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 · Theorie &amp; Projektmanagement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657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653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Grundlagen Wasserkraftwerk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Sensorik &amp; Messgrößen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Anomalieerkennung (Theorie)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Projektmanagement &amp; Dokumentation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566928"/>
            <a:ext cx="4160520" cy="4233672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566928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804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 · Implementierung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3657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653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Datengenerierung (Python)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5237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Algorithmen (PCA, EWMA, z-Score)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1821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Streamlit-Dashboard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840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Tests &amp; Evaluation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Meilensteine.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12848"/>
            <a:ext cx="79552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/ Sep 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 · Pflichtenheft · DA-Datenbank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01952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03704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0512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64792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 mit allen Anomalie-Typen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0984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02736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9544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3824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EWMA · z-Score implementiert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0016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1768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08576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62856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mit Ampel-Anzeige fertig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07608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61888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Detektionsrate messen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99832" y="20482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60920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abgeben · Abschlusspräsentation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Abgabe: April 2027.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298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298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4650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AG · Themenrecherche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Python-Einarbeitung · Sensorik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841248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322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Projektauftrag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2322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9864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2898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Theorie-Kapitel · Zwischenpräs.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898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·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10712"/>
            <a:ext cx="841248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2027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3474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Überarbeitung Theorie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3474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Tests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40507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40507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64008"/>
            <a:ext cx="1188720" cy="1188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64008"/>
            <a:ext cx="640080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5303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Wichtigste auf einen Blick.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 — über 20 Wasserkraftwerke, konkreter Bedarf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 bleiben unentdeckt — kein automatisches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erkennt 4 Anomalie-Typen mit ≥ 90 % Detektionsrate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712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9867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Streamlit-Dashboard · Python · Abgabe April 2027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451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4663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  ·  Adrian Buder  ·  Betreuer: Hannes Stauss  ·  Thomas Kraxner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2026-06-29T19:55:20Z</dcterms:created>
  <dcterms:modified xsi:type="dcterms:W3CDTF">2026-06-29T19:55:20Z</dcterms:modified>
</cp:coreProperties>
</file>
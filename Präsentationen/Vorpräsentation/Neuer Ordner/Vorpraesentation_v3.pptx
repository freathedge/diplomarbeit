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· VORPRÄSENTATION · JUNI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Frühwarnsystem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9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in Sensordaten · illwerke vkw AG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3401568"/>
            <a:ext cx="2377440" cy="36576"/>
          </a:xfrm>
          <a:prstGeom prst="rect">
            <a:avLst/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547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 (PL)  ·  Adrian Buder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9136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9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 Hannes Stauss  ·  Betreuer AG: Thomas Kraxner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229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Wasserkraft-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 in Vorarlberg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9184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80760" y="1737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08076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Energieversorgung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Vorarlberg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8229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Betreibt Pumpspeicher-, Speicher- und Laufkraftwerke · Innovationsführer bei flexibler Energieerzeugung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420624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4224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Sensoren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 unentdeckt.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9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Wasserkraftwerken erfassen hunderte Sensoren kritische Messwerte. Fehler entstehen schleichend — und werden oft erst beim Schaden bemerkt.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365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82296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9875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Plötzlicher Ausreißer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847088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011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871216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0358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9626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3310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Wert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3895344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40599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0" y="3986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4334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/ Ausfall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bauen.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229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Spezifisch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von Spike, Drift, Frozen, Dropout in Sensordaten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8229600" cy="1371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22576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322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  ·  False-Positive-Rate ≤ 10 %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52928"/>
            <a:ext cx="8229600" cy="1371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99232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449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Ausführbar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2999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Python-Prototyp  ·  Streamlit-Dashboard  ·  synthetische Daten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529584"/>
            <a:ext cx="8229600" cy="1371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75888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675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36758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Schüler  ·  vorhandene Python &amp; Data-Science Kenntnisse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8229600" cy="1371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52544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982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3525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Terminiert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88920" y="43525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fertig: Dezember 2026  ·  Abgabe DA: April 2027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THEORIETEIL &amp; AUFGABENTEILUNG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4069080" cy="4160520"/>
          </a:xfrm>
          <a:prstGeom prst="roundRect">
            <a:avLst>
              <a:gd name="adj" fmla="val 26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13232"/>
            <a:ext cx="4069080" cy="91440"/>
          </a:xfrm>
          <a:prstGeom prst="roundRect">
            <a:avLst>
              <a:gd name="adj" fmla="val 120000"/>
            </a:avLst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601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4264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 · Theorie &amp; PM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810512"/>
            <a:ext cx="3520440" cy="2286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Grundlagen Wasserkraftwerk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Sensorik &amp; Messgrößen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Anomalieerkennung (Theorie)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Projektmanagement &amp; Doku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713232"/>
            <a:ext cx="4069080" cy="4160520"/>
          </a:xfrm>
          <a:prstGeom prst="roundRect">
            <a:avLst>
              <a:gd name="adj" fmla="val 2697"/>
            </a:avLst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13232"/>
            <a:ext cx="4069080" cy="91440"/>
          </a:xfrm>
          <a:prstGeom prst="roundRect">
            <a:avLst>
              <a:gd name="adj" fmla="val 120000"/>
            </a:avLst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9601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4920" y="14264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 · Implementierung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1810512"/>
            <a:ext cx="352044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9659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Datengenerierung (Python)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2606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Algorithmen (PCA, EWMA, z-Score)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3246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Streamlit-Dashboard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3886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Tests &amp;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Meilensteine.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50392" y="2057400"/>
            <a:ext cx="7772400" cy="36576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9280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/ Sep 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" y="3090672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182112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 · Pflichtenheft · DA-Datenbank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4248" y="189280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508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3090672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01368" y="3182112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 mit allen Anomalie-Typen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74136" y="189280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508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81528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81528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81528" y="3090672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91256" y="3182112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EWMA · z-Score implementiert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64024" y="189280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1508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71416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71416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71416" y="3090672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81144" y="3182112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mit Ampel-Anzeige fertig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53912" y="189280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1508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1304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61304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61304" y="3090672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71032" y="3182112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Detektionsrate messen, DA überarbeiten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43800" y="1892808"/>
            <a:ext cx="347472" cy="347472"/>
          </a:xfrm>
          <a:prstGeom prst="ellipse">
            <a:avLst/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1508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51192" y="2377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51192" y="2724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51192" y="3090672"/>
            <a:ext cx="1536192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60920" y="3182112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abgeben · Abschlusspräsentation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Abgabe: April 2027.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229600" cy="22860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65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18653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AG · Themenrecherche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86537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Python-Einarbeitung · Sensorik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822960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9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4597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Projektauftrag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4597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54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30540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Theorie-Kapitel · Zwischenpräs.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30540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· 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822960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48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2027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364845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Überarbeitung Theorie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364845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Tests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187952"/>
            <a:ext cx="82296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42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42428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42428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CCB0"/>
          </a:solidFill>
          <a:ln w="12700">
            <a:solidFill>
              <a:srgbClr val="1BC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 — über 20 Wasserkraftwerke, konkreter Bedarf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2037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 bleiben unentdeckt — kein automatisches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638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erkennt 4 Anomalie-Typen mit ≥ 90 % Detektionsrate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3776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12394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Streamlit-Dashboard · Python · Abgabe April 2027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" y="4773168"/>
            <a:ext cx="8229600" cy="2286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28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9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2026-06-29T19:42:34Z</dcterms:created>
  <dcterms:modified xsi:type="dcterms:W3CDTF">2026-06-29T19:42:34Z</dcterms:modified>
</cp:coreProperties>
</file>
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64008"/>
            <a:ext cx="2011680" cy="12344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64008"/>
            <a:ext cx="1188720" cy="12344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64008"/>
            <a:ext cx="640080" cy="1234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DIPLOMARBEIT  ·  VORPRÄSENTATION  ·  JUNI 2026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HTL Dornbirn – 5. Jahrgang Wirtschaftsingenieurwesen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Sensorfehler im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Wasserkraftwerk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3346704"/>
            <a:ext cx="1645920" cy="411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838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Anomalieerkennung mittels PCA und Schwellenwertverfahren  ·  illwerke vkw AG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950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3950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3950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55080" y="3950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361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HTL: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65960" y="4361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Hannes Stauss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4361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Betreuer AG: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55080" y="4361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256032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Wasser- und Pump-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speicherkraftwerke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56032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2331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Mitarbeitende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1965960"/>
          </a:xfrm>
          <a:prstGeom prst="roundRect">
            <a:avLst>
              <a:gd name="adj" fmla="val 4651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371600"/>
            <a:ext cx="2560320" cy="594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508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3317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Gegründet –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100 Jahre Erfahrung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Energieversorger Vorarlbergs  ·  Pumpspeicher-, Speicher- und Laufkraftwerke  ·  Innovationsführer bei Erneuerbaren Energien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77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Ansprechpartner &amp; Betreuer AG: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9776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Kraxner  –  hat konkreten Bedarf für automatische Anomalieerkennung geäußert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AUSGANGSSITUATION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heute: keine automatische Früherkennung.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01168"/>
            <a:ext cx="16459" cy="45720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EXISTIERT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Jedes Kraftwerk erfasst Daten aus 5 Sensor-Kategorien rund um die Uhr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Rohdaten im Minutentakt – über Monate und Jahre archiviert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72491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Einfache Grenzwertalarme für offensichtliche Extremwerte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60273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Kein System, das Sensorfehler-Muster automatisch erkennt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1330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Schleichende Anomalien bleiben wochenlang unentdeckt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SENSOR-KATEGORIEN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1664208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664208"/>
            <a:ext cx="5029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170078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Durchfluss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9472" y="19568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[m³/s]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7830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Wasserdurchsatz durch Turbine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286000"/>
            <a:ext cx="5029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32257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Drehzahl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2578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[RPM]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4048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Turbinengeschwindigkeit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907792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907792"/>
            <a:ext cx="5029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9443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9472" y="32004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[°C]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30266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Lager, Öl, Kühlwasser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529584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529584"/>
            <a:ext cx="5029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19472" y="382219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[mm/s]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6484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Maschinenschwingungen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54880" y="4151376"/>
            <a:ext cx="4114800" cy="548640"/>
          </a:xfrm>
          <a:prstGeom prst="roundRect">
            <a:avLst>
              <a:gd name="adj" fmla="val 11667"/>
            </a:avLst>
          </a:prstGeom>
          <a:solidFill>
            <a:srgbClr val="F4F4F4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4151376"/>
            <a:ext cx="5029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41879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919472" y="4443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[bar]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427024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Wasserdruck, Öldruck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PROBLEMSTELLUNG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663440" y="201168"/>
            <a:ext cx="16459" cy="457200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75488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Sensorfehler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bleiben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unentdeckt.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977640" cy="1691640"/>
          </a:xfrm>
          <a:prstGeom prst="roundRect">
            <a:avLst>
              <a:gd name="adj" fmla="val 486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Fehlerhafte Messwerte fließen unbemerkt in Betriebsentscheidungen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Manuelle Sichtprüfung bei hunderten Sensoren nicht skalierbar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Schleichende Fehler: erst beim Schaden erkannt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201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ANOMALIE-TYPEN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92040" y="530352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530352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640080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23560" y="6035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9509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Plötzlicher Ausreißer – kurzzeitig extremer Wert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1645920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645920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755648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23560" y="17190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623560" y="20665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Schleichende Abweichung – langsamer Trend weg vom Normalwert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2761488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761488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871216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23560" y="2834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23560" y="3182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Eingefrorener Wert – Sensor liefert konstanten (falschen) Wert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877056"/>
            <a:ext cx="393192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92040" y="3877056"/>
            <a:ext cx="54864" cy="9875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986784"/>
            <a:ext cx="502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623560" y="3950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62356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Datenverlust – Messwert fällt ganz aus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ZIELSETZUNG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bauen – und wie wir Erfolg messen.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16736"/>
            <a:ext cx="841248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264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Spezifisch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141732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Erkennung von Spike, Drift, Frozen &amp; Dropout in Sensorzeitreihen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03120"/>
            <a:ext cx="384048" cy="384048"/>
          </a:xfrm>
          <a:prstGeom prst="ellipse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0939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Messbar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2093976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Detektionsrate ≥ 90 %  ·  False-Positive-Rate ≤ 10 %  ·  Reaktionszeit &lt; 1 min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670048"/>
            <a:ext cx="841248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779776"/>
            <a:ext cx="384048" cy="384048"/>
          </a:xfrm>
          <a:prstGeom prst="ellipse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77063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Ausführbar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97480" y="2770632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Python-Prototyp  ·  Scikit-learn  ·  Streamlit-Dashboard  ·  synthetischer Datensatz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56432"/>
            <a:ext cx="384048" cy="384048"/>
          </a:xfrm>
          <a:prstGeom prst="ellipse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44728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97480" y="344728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Schüler  ·  vorhandene Python-Kenntnisse  ·  Betreuung durch Thomas Kraxner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3968496"/>
            <a:ext cx="822960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4023360"/>
            <a:ext cx="841248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4133088"/>
            <a:ext cx="384048" cy="384048"/>
          </a:xfrm>
          <a:prstGeom prst="ellipse">
            <a:avLst/>
          </a:prstGeom>
          <a:solidFill>
            <a:srgbClr val="F4F4F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12394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Terminiert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97480" y="4123944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Funktionierender Prototyp: Dezember 2026  ·  Abgabe Diplomarbeit: April 2027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THEORIETEIL &amp; AUFGABENTEILUNG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5760" y="566928"/>
            <a:ext cx="4160520" cy="4233672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566928"/>
            <a:ext cx="41605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24358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Projektleiter  ·  Theoretische Kapitel &amp; PM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591056"/>
            <a:ext cx="3657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1907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71907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Grundlagen Wasserkraftwerke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38658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3865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Sensorik &amp; Messtechnik im Kraftwerk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5409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30540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Anomalieerkennung – Typen &amp; Methoden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216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37216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Projektmanagement nach PMA-Standard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566928"/>
            <a:ext cx="4160520" cy="4233672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25400" dir="27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566928"/>
            <a:ext cx="416052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8046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1243584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Projektmitglied  ·  Implementierung &amp; Testing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1591056"/>
            <a:ext cx="3657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71907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171907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Synthetische Datengenerierung (Python)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238658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60720" y="2386584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Algorithmen: PCA · EWMA · z-Score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305409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054096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Streamlit-Dashboard &amp; Visualisierung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72160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Kap. 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60720" y="37216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Testing, Evaluation &amp; Kennzahlen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PROJEKTSTRUKTUR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Meilensteine.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212848"/>
            <a:ext cx="79552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04672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Aug–Sep 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Projektauftrag · Pflichtenheft · PSP · DA-Datenbank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01952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03704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10512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10512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 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764792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Synthetischer Datensatz · alle 4 Anomalie-Typen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00984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02736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9544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9544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63824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27832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+ EWMA + z-Score implementiert &amp; validiert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00016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01768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08576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08576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26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62856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26864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Streamlit-App · Ampel-Anzeige · Prototyp fertig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99048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20482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07608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07608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Jan–Mär 27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61888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25896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· Kennzahlen · DA-Überarbeitung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498080" y="137160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99832" y="204825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24871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0664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27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360920" y="3145536"/>
            <a:ext cx="1444752" cy="1481328"/>
          </a:xfrm>
          <a:prstGeom prst="roundRect">
            <a:avLst>
              <a:gd name="adj" fmla="val 5063"/>
            </a:avLst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24928" y="3227832"/>
            <a:ext cx="13167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Einreichung DA · Abschlusspräsentation HTL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Abgabe: April 2027.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137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Zeitraum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88920" y="1298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9320" y="12984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Adrian Buder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82496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46504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– Aug 2026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88920" y="17465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Praktikum AG · Themenrecherche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89320" y="174650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Python-Einarbeitung · Sensorik-Recherche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258568"/>
            <a:ext cx="8412480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2257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– Okt 2026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88920" y="23225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Pflichtenheft · Projektauftrag · PSP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89320" y="23225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Datengenerierung · Anomalie-Simulation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98648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– Dez 2026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88920" y="28986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Theorie-Kapitel 1–3 · Zwischenpräsentation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89320" y="28986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Algorithmen · Dashboard-Prototyp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410712"/>
            <a:ext cx="8412480" cy="530352"/>
          </a:xfrm>
          <a:prstGeom prst="rect">
            <a:avLst/>
          </a:prstGeom>
          <a:solidFill>
            <a:srgbClr val="FAFA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4747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Mär 2027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88920" y="34747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Kapitel 4 · DA-Überarbeitung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89320" y="347472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· Evaluation · Kennzahlen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3986784"/>
            <a:ext cx="841248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50792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2027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88920" y="40507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989320" y="40507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Abgabe Diplomarbeit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760" y="4828032"/>
            <a:ext cx="84124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46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Digitales Frühwarnsystem für Sensorfehler im Wasserkraftwerk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21040" y="48463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64008"/>
            <a:ext cx="2011680" cy="11887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55280" y="64008"/>
            <a:ext cx="1188720" cy="11887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64008"/>
            <a:ext cx="640080" cy="11887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11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5303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Wichtigste auf einen Blick.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AUFTRAGGEBER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illwerke vkw AG (Vorarlberg) — 20+ Kraftwerke, Bedarf durch Thomas Kraxner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AUSGANGSSITUATION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4871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Hunderte Sensoren, 5 Datentypen — kein automatisches Erkennungssystem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9626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236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Python-Prototyp erkennt Spike, Drift, Frozen &amp; Dropout mit ≥ 90 % Detektionsrate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7124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ABGABE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57200" y="398678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 Dez 2026  ·  Diplomarbeit April 2027  ·  HTL Dornbirn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6451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46634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Frick  ·  Adrian Buder  ·  Betreuer: Hannes Stauss (HTL)  ·  Thomas Kraxner (illwerke vkw)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2026-06-29T20:02:25Z</dcterms:created>
  <dcterms:modified xsi:type="dcterms:W3CDTF">2026-06-29T20:02:25Z</dcterms:modified>
</cp:coreProperties>
</file>
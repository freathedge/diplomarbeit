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12188952" cy="19202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64008"/>
            <a:ext cx="1371600" cy="19202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64008"/>
            <a:ext cx="758952" cy="1920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VORPRÄSENTATION  ·  DIPLOMARBEIT 2025/26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HTL Dornbirn – 5. Jahrgang Wirtschaftsingenieurwesen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Sensorfehler im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Wasserkraftwerk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57200" y="4389120"/>
            <a:ext cx="10058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57200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Anomalieerkennung in Sensordaten mit PCA und Schwellenwertverfahren  ·  illwerke vkw AG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5029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Projektleiter: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5029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Frick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0" y="50292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Projektmitglied: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06640" y="50292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 Buder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53766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Betreuer HTL: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0" y="53766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Hannes Stauss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0" y="53766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Betreuer AG: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06640" y="53766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Kraxner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15600" y="6492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AUFTRAGGEBER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658368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 für Sensorfehler im Wasserkraftwerk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61288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illwerke vkw AG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11430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417320"/>
            <a:ext cx="5577840" cy="15087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417320"/>
            <a:ext cx="55778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52704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Sitz &amp; Eigentümer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856232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Bregenz, Vorarlberg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95,5 % Eigentum des Landes Vorarlberg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81928" y="1417320"/>
            <a:ext cx="5577840" cy="15087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3" name="Shape 11"/>
          <p:cNvSpPr/>
          <p:nvPr/>
        </p:nvSpPr>
        <p:spPr>
          <a:xfrm>
            <a:off x="6281928" y="1417320"/>
            <a:ext cx="55778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510528" y="152704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Mitarbeitende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10528" y="1856232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1.700 Mitarbeiterinnen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Mitarbeiter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5577840" cy="15087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3154680"/>
            <a:ext cx="55778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26440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Gründung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3593592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– Fusion der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Vorarlberger Illwerke und vkw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81928" y="3154680"/>
            <a:ext cx="5577840" cy="15087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1" name="Shape 19"/>
          <p:cNvSpPr/>
          <p:nvPr/>
        </p:nvSpPr>
        <p:spPr>
          <a:xfrm>
            <a:off x="6281928" y="3154680"/>
            <a:ext cx="55778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6510528" y="326440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Geschäftsfelder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10528" y="3593592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Energieerzeugung, Netze,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Telekommunikation, Tourismus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Betreibt über 20 Wasserkraftwerke in Vorarlberg – Innovationsführer bei flexibler Energieerzeugung und Speicherung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PROJEKTINHALT &amp; ZIELE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658368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 für Sensorfehler im Wasserkraftwerk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61288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Worum geht es?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1430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984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PROBLEMSTELLUNG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Fehlerhafte oder eingefrorene Sensoren in Wasserkraftwerken (Temperatur, Druck, Durchfluss, Drehzahl, Vibration) verursachen hohe Wartungskosten und können unentdeckt Schäden verursachen.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971800"/>
            <a:ext cx="11430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1272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PROJEKTZIELE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3474720"/>
            <a:ext cx="36576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747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Anomalieerkennung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749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+ Schwellenwertverfahren (Moving Average, EWMA, z-Score)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279392"/>
            <a:ext cx="36576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2793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Visualisierung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5537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 Streamlit-App mit Status-Ampeln für jeden Sensor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5084064"/>
            <a:ext cx="36576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0840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53583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Funktionierender Prototyp + wissenschaftliche Dokumentation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99048" y="1234440"/>
            <a:ext cx="13716" cy="50292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2984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ANOMALIE-TYPEN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309360" y="1645920"/>
            <a:ext cx="5486400" cy="10058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4" name="Shape 22"/>
          <p:cNvSpPr/>
          <p:nvPr/>
        </p:nvSpPr>
        <p:spPr>
          <a:xfrm>
            <a:off x="6309360" y="1645920"/>
            <a:ext cx="36576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18745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95160" y="17190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5160" y="20848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Plötzliche Ausreißer – kurzzeitig extremer Wert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2834640"/>
            <a:ext cx="5486400" cy="10058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9" name="Shape 27"/>
          <p:cNvSpPr/>
          <p:nvPr/>
        </p:nvSpPr>
        <p:spPr>
          <a:xfrm>
            <a:off x="6309360" y="2834640"/>
            <a:ext cx="36576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30632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995160" y="29077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95160" y="32735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Schleichende Abweichung – langsamer Trend weg vom Normalwert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4023360"/>
            <a:ext cx="5486400" cy="10058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4" name="Shape 32"/>
          <p:cNvSpPr/>
          <p:nvPr/>
        </p:nvSpPr>
        <p:spPr>
          <a:xfrm>
            <a:off x="6309360" y="4023360"/>
            <a:ext cx="36576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42519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995160" y="4096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95160" y="44622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Eingefrorener Sensor – liefert konstanten (falschen) Wert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09360" y="5212080"/>
            <a:ext cx="5486400" cy="10058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9" name="Shape 37"/>
          <p:cNvSpPr/>
          <p:nvPr/>
        </p:nvSpPr>
        <p:spPr>
          <a:xfrm>
            <a:off x="6309360" y="5212080"/>
            <a:ext cx="36576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0" name="Text 38"/>
          <p:cNvSpPr/>
          <p:nvPr/>
        </p:nvSpPr>
        <p:spPr>
          <a:xfrm>
            <a:off x="6492240" y="54406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995160" y="52852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995160" y="56509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Datenverlust – Messwert fällt ganz aus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PROJEKTTEAM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658368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 für Sensorfehler im Wasserkraftwerk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61288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macht was?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1430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325880"/>
            <a:ext cx="5577840" cy="21031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645920"/>
            <a:ext cx="777240" cy="777240"/>
          </a:xfrm>
          <a:prstGeom prst="rect">
            <a:avLst>
              <a:gd name="adj" fmla="val 50588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45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1600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Frick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1984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Projektleiter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560320"/>
            <a:ext cx="507492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9748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Algorithmik, Software, Visualisierung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 &amp; Implementierung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81928" y="1325880"/>
            <a:ext cx="5577840" cy="21031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6" name="Shape 14"/>
          <p:cNvSpPr/>
          <p:nvPr/>
        </p:nvSpPr>
        <p:spPr>
          <a:xfrm>
            <a:off x="6556248" y="1645920"/>
            <a:ext cx="777240" cy="777240"/>
          </a:xfrm>
          <a:prstGeom prst="rect">
            <a:avLst>
              <a:gd name="adj" fmla="val 50588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556248" y="1645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70648" y="1600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 Buder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70648" y="1984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Projektmitglied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56248" y="2560320"/>
            <a:ext cx="507492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9"/>
          <p:cNvSpPr/>
          <p:nvPr/>
        </p:nvSpPr>
        <p:spPr>
          <a:xfrm>
            <a:off x="6556248" y="269748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Datenerfassung, Analyse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 Grundlagen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3749040"/>
            <a:ext cx="5577840" cy="21031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4069080"/>
            <a:ext cx="777240" cy="777240"/>
          </a:xfrm>
          <a:prstGeom prst="rect">
            <a:avLst>
              <a:gd name="adj" fmla="val 50588"/>
            </a:avLst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069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54480" y="4023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Kraxner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54480" y="44074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Betreuer illwerke vkw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4983480"/>
            <a:ext cx="507492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512064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Fachliche Begleitung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Auftraggeber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81928" y="3749040"/>
            <a:ext cx="5577840" cy="21031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0" name="Shape 28"/>
          <p:cNvSpPr/>
          <p:nvPr/>
        </p:nvSpPr>
        <p:spPr>
          <a:xfrm>
            <a:off x="6556248" y="4069080"/>
            <a:ext cx="777240" cy="777240"/>
          </a:xfrm>
          <a:prstGeom prst="rect">
            <a:avLst>
              <a:gd name="adj" fmla="val 50588"/>
            </a:avLst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6556248" y="4069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70648" y="4023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Hannes Stauss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470648" y="44074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Betreuer HTL Dornbirn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56248" y="4983480"/>
            <a:ext cx="507492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5" name="Text 33"/>
          <p:cNvSpPr/>
          <p:nvPr/>
        </p:nvSpPr>
        <p:spPr>
          <a:xfrm>
            <a:off x="6556248" y="512064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Schulische Betreuung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Begutachtung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PROJEKTPLANUNG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658368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 für Sensorfehler im Wasserkraftwerk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61288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Phasen bis April 2027.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1430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560320"/>
            <a:ext cx="10652760" cy="3657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359152"/>
            <a:ext cx="402336" cy="4023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-228600" y="1737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– Aug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-228600" y="2880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Projektstart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-182880" y="3291840"/>
            <a:ext cx="1920240" cy="14630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4" name="Text 12"/>
          <p:cNvSpPr/>
          <p:nvPr/>
        </p:nvSpPr>
        <p:spPr>
          <a:xfrm>
            <a:off x="-45720" y="33832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beim AG, Datenzugang,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Kick-Off, Pflichtenheft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39262" y="2359152"/>
            <a:ext cx="402336" cy="4023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16" name="Text 14"/>
          <p:cNvSpPr/>
          <p:nvPr/>
        </p:nvSpPr>
        <p:spPr>
          <a:xfrm>
            <a:off x="3239262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34590" y="1737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– Okt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34590" y="2880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Konzept &amp; Planung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480310" y="3291840"/>
            <a:ext cx="1920240" cy="14630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0" name="Text 18"/>
          <p:cNvSpPr/>
          <p:nvPr/>
        </p:nvSpPr>
        <p:spPr>
          <a:xfrm>
            <a:off x="2617470" y="33832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Projektauftrag, DA-Datenbank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Eintrag, Projekthandbuch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02452" y="2359152"/>
            <a:ext cx="402336" cy="4023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22" name="Text 20"/>
          <p:cNvSpPr/>
          <p:nvPr/>
        </p:nvSpPr>
        <p:spPr>
          <a:xfrm>
            <a:off x="5902452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97780" y="1737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– Dez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97780" y="2880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Implementierung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143500" y="3291840"/>
            <a:ext cx="1920240" cy="14630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6" name="Text 24"/>
          <p:cNvSpPr/>
          <p:nvPr/>
        </p:nvSpPr>
        <p:spPr>
          <a:xfrm>
            <a:off x="5280660" y="33832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Algorithmen, Dashboard,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Zwischenpräsentation (Nov)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565642" y="2359152"/>
            <a:ext cx="402336" cy="4023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28" name="Text 26"/>
          <p:cNvSpPr/>
          <p:nvPr/>
        </p:nvSpPr>
        <p:spPr>
          <a:xfrm>
            <a:off x="8565642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60970" y="1737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Mär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60970" y="2880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Doku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806690" y="3291840"/>
            <a:ext cx="1920240" cy="14630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2" name="Text 30"/>
          <p:cNvSpPr/>
          <p:nvPr/>
        </p:nvSpPr>
        <p:spPr>
          <a:xfrm>
            <a:off x="7943850" y="33832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Evaluierung, Überarbeitung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Diplomarbeit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1228832" y="2359152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11228832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24160" y="1737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424160" y="2880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 &amp; Präs.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0469880" y="3291840"/>
            <a:ext cx="1920240" cy="14630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8" name="Text 36"/>
          <p:cNvSpPr/>
          <p:nvPr/>
        </p:nvSpPr>
        <p:spPr>
          <a:xfrm>
            <a:off x="10607040" y="33832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 DA, Abschluss-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präsentation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2026-06-29T20:16:26Z</dcterms:created>
  <dcterms:modified xsi:type="dcterms:W3CDTF">2026-06-29T20:16:26Z</dcterms:modified>
</cp:coreProperties>
</file>
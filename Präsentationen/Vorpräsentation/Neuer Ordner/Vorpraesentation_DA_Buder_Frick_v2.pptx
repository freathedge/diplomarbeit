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kurze Vorstellung der Personen. 7-8 Minuten gesamt.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Firmenvorstellung. Dann zur konkreten Situation im Betrieb überleiten.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Problemstellung klar benennen. Die vier Anomalie-Typen sind der Kern des Projekts.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Ziele klar nach SMART definieren. Detektionsrate und False-Positive-Rate sind die messbaren Kriterien.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Klare Aufgabenteilung. Laut Leitfaden muss jeder Abschnitt der DA mit dem Autor gekennzeichnet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Meilensteine. M6 = Abgabe April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kurz erläutern. Monatliche Statusberichte ab September (laut Leitfaden unaufgefordert).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bleibt während der Diskussion/Fragen auf dem Bildschirm.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58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 im Wasserkraftwerk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in Sensordaten mit PCA und Schwellenwertverfahren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3246120"/>
            <a:ext cx="201168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01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Projektleiter</a:t>
            </a:r>
            <a:pPr algn="l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Adrian Buder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Projektmitglied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7673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 </a:t>
            </a:r>
            <a:pPr algn="l" indent="0" marL="0">
              <a:buNone/>
            </a:pPr>
            <a:r>
              <a:rPr lang="en-US" sz="14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Betreuer AG: </a:t>
            </a:r>
            <a:pPr algn="l" indent="0" marL="0">
              <a:buNone/>
            </a:pPr>
            <a:r>
              <a:rPr lang="en-US" sz="14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Auftraggeber: </a:t>
            </a:r>
            <a:pPr algn="l" indent="0" marL="0">
              <a:buNone/>
            </a:pPr>
            <a:r>
              <a:rPr lang="en-US" sz="1400" b="1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  ·  Vorpräsentation  ·  Juni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betreibt über 20 Wasserkraftwerke und setzt auf digitale Innovation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229600" cy="2286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Unternehmen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Größter Energieversorger Vorarlbergs — ca. 1.700 Mitarbeitende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gegründet: Fusion der Vorarlberger Illwerke und der VKW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Pumpspeicher-, Speicher- und Laufkraftwerke in ganz Vorarlberg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Relevanz für unser Projekt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5643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den Kraftwerken sind hunderte Sensoren verbaut (Temperatur, Druck, Durchfluss, Drehzahl, Vibration). Eine laufende, automatisierte Überwachung dieser Sensoren existiert bisher nicht — Ausfälle werden oft erst bei der manuellen Wartung entdeckt.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illwerke vkw AG, www.illwerkevkw.at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Sensoren sind schwer zu erkennen und verursachen unnötige Wartungskosten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229600" cy="2286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78992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 entstehen schleichend: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Drift, Rauschen oder eingefrorene Werte bleiben im normalen Betrieb lange unbemerkt.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automatische Detektion: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Derzeit werden Anomalien erst bei manueller Inspektion oder nach einem Schaden festgestellt.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Wirtschaftliche Konsequenz: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Messdaten führen zu falschen Betriebsentscheidungen und erhöhten Instandhaltungskosten.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Anomalie-Typen im Fokus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82219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233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Kurzzeitiger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Ausreißer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382219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4233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Abweichung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382219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4233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82219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4233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Ausfall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Ein Prototyp erkennt vier Anomalie-Typen automatisch mit messbarer Genauigkeit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229600" cy="2286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78992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Hauptziel nach SMART-Kriterien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Spezifisch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0360" y="1600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von Spike, Drift, Frozen und Dropout in Sensordaten eines Wasserkraftwerks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21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Messbar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80360" y="22219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90 %, False-Positive-Rate ≤ 10 % (evaluiert am Testdatensatz)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752344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43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Ausführbar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284378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Python-basierter Prototyp mit Streamlit-Dashboard; synthetische Daten als Grundlage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655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Realistisch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0360" y="346557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 im Team durch 2 Schüler mit vorhandenen Kenntnissen in Python und Data Science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995928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87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Terminiert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0360" y="40873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Funktionierender Prototyp bis Dezember 2026; Abgabe der Diplomarbeit April 2027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theoretische Bereiche bilden die Grundlage — aufgeteilt auf beide Projektmitglieder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229600" cy="2286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789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  –  Theorie &amp; Projektmanagement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463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  –  Implementierung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229600" cy="16459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078992"/>
            <a:ext cx="22860" cy="374904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40690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 Wasserkraftwerke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Sensorik &amp; Messgrößen (Temperatur, Druck, Durchfluss, Drehzahl, Vibration)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 Anomalieerkennung: PCA, Moving Average, EWMA, z-Score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Projektmanagement-Dokumentation (Pflichtenheft, Statusberichte, PSP)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572768"/>
            <a:ext cx="3840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 Sensordaten generieren (Python)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implementieren: alle 4 Typen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Streamlit-Dashboard mit Status-Ampeln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Evaluation &amp; Dokumentation Implementierung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Meilensteine strukturieren das Projekt von der Konzeption bis zur Abgabe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229600" cy="2286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475488" cy="47548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" y="1609344"/>
            <a:ext cx="36576" cy="164592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124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&amp; Pflichtenheft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/ Sep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1704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Projektauftrag, AG-Meeting, DA-Datenbank Eintrag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475488" cy="47548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47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" y="2249424"/>
            <a:ext cx="36576" cy="164592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764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 fertig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057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18105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 mit allen 4 Anomalie-Typen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23160"/>
            <a:ext cx="475488" cy="47548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87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" y="2889504"/>
            <a:ext cx="36576" cy="164592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implementiert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2026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4505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Schwellenwertverfahren, Zwischenpräsentation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971800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063240"/>
            <a:ext cx="475488" cy="47548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27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" y="3529584"/>
            <a:ext cx="36576" cy="164592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fertig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3337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Dezember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3090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Streamlit-App, Ampel-Anzeige, erste Gliederung DA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3611880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703320"/>
            <a:ext cx="475488" cy="47548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673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2376" y="4169664"/>
            <a:ext cx="36576" cy="164592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3685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Überarbeitung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März 2027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37307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Detektionsrate messen, DA-Überarbeitung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" y="4251960"/>
            <a:ext cx="8229600" cy="13716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343400"/>
            <a:ext cx="475488" cy="47548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074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4325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Diplomarbeit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143000" y="4617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0" y="43708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beim AV, Abschlusspräsentation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Zeitplan folgt dem HTL-Leitfaden mit Abgabe im April 2027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229600" cy="2286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78992"/>
            <a:ext cx="210312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078992"/>
            <a:ext cx="306324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0789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078992"/>
            <a:ext cx="306324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0789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8229600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996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499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AG, Themenrecherche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499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Einarbeitung Python / Sensorik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01168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482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048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Pflichtenheft, Projektauftrag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2048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 (Script)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560320"/>
            <a:ext cx="8229600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968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2596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Theorie-Kapitel, Zwischenpräs.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596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Algorithmen, Dashboard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10896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455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Feb 2027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97480" y="31455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Überarbeitung Theorie-Kapitel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1455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Tests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8229600" cy="530352"/>
          </a:xfrm>
          <a:prstGeom prst="rect">
            <a:avLst/>
          </a:prstGeom>
          <a:solidFill>
            <a:srgbClr val="F7FAFD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9417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März 2027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3694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Überarbeitung mit Betreuer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3694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Überarbeitung mit Betreuer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206240"/>
            <a:ext cx="8229600" cy="530352"/>
          </a:xfrm>
          <a:prstGeom prst="rect">
            <a:avLst/>
          </a:prstGeom>
          <a:solidFill>
            <a:srgbClr val="EBF3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428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97480" y="4242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60720" y="4242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 gemäß Leitfaden Diplomarbeit HTL Dornbirn v2026-4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Auftraggeber: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 betreibt über 20 Kraftwerke in Vorarlberg und hat konkreten Bedarf an Sensorüberwachung.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556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Sensoren werden bisher nicht automatisch erkannt — wirtschaftliches Risiko.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7614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Ziel: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Python-Prototyp erkennt 4 Anomalie-Typen mit ≥ 90 % Detektionsrate, visualisiert im Dashboard.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7673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Vorgehen: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Schwellenwertverfahren (EWMA, z-Score) — klare Aufgabenteilung im Team.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Vorpräsentation – Digitales Frühwarnsystem für Sensorfehler im Wasserkraftwerk</dc:title>
  <dc:subject>PptxGenJS Presentation</dc:subject>
  <dc:creator>PptxGenJS</dc:creator>
  <cp:lastModifiedBy>PptxGenJS</cp:lastModifiedBy>
  <cp:revision>1</cp:revision>
  <dcterms:created xsi:type="dcterms:W3CDTF">2026-06-29T19:35:46Z</dcterms:created>
  <dcterms:modified xsi:type="dcterms:W3CDTF">2026-06-29T19:35:46Z</dcterms:modified>
</cp:coreProperties>
</file>
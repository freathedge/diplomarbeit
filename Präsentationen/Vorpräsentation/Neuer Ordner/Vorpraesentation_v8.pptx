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12188952" cy="19202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64008"/>
            <a:ext cx="1371600" cy="1920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08"/>
            <a:ext cx="758952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VORPRÄSENTATION  ·  DIPLOMARBEIT 2025/26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Dornbirn – 5. Jahrgang Wirtschaftsingenieurwesen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Sensorfehler im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Wasserkraftwerk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4370832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5537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in Sensordaten mit PCA und Schwellenwertverfahren  ·  illwerke vkw 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010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5010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5010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0" y="5010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358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5358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5358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AG: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5358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577840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2588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356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Bregenz, Vorarlberg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95,5 % Eigentum des Landes Vorarlberg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81928" y="1325880"/>
            <a:ext cx="5577840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281928" y="132588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4356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10528" y="1783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1.700 Mitarbeiterinnen und Mitarbeiter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5577840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06324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729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Gründung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Fusion der Vorarlberger Illwerke und vkw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81928" y="3063240"/>
            <a:ext cx="5577840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281928" y="306324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1729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Geschäftsfelder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10528" y="35204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Energieerzeugung, Netze,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Telekommunikation, Tourismus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73659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Betreibt über 20 Wasserkraftwerke in Vorarlberg – Innovationsführer bei flexibler Energieerzeugung und Speicherung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 IM UNTERNEHMEN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heute: keine automatische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Früherkennung.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EXISTIERT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36576" cy="3474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568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aus 5 Sensorkategorien rund um die Uhr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36576" cy="3474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87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 im Minutentakt archiviert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36576" cy="3474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Grenzwertalarme für Extremwerte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611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36576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502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System zur automatischen Mustererkennung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462272"/>
            <a:ext cx="36576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805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Anomalien bleiben wochenlang unentdeckt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9048" y="1554480"/>
            <a:ext cx="13716" cy="47548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627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SENSORKATEGORIEN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1993392"/>
            <a:ext cx="548640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993392"/>
            <a:ext cx="36576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Durchfluss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2340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[m³/s]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215798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Wasserdurchsatz durch Turbine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816352"/>
            <a:ext cx="548640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2816352"/>
            <a:ext cx="36576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Drehzahl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3163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[RPM]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29809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Turbinengeschwindigkeit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639312"/>
            <a:ext cx="548640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3639312"/>
            <a:ext cx="36576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[°C]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03920" y="38039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Lager, Öl, Kühlwasser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4462272"/>
            <a:ext cx="548640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4462272"/>
            <a:ext cx="36576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4507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4809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[mm/s]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4626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Maschinenschwingungen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5285232"/>
            <a:ext cx="5486400" cy="6583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3" name="Shape 41"/>
          <p:cNvSpPr/>
          <p:nvPr/>
        </p:nvSpPr>
        <p:spPr>
          <a:xfrm>
            <a:off x="6309360" y="5285232"/>
            <a:ext cx="36576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5330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92240" y="5632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[bar]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03920" y="54498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Wasserdruck, Öldruck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unentdeckt.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5303520" cy="24231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639312"/>
            <a:ext cx="36576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6576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Messwerte fließen unbemerkt in Betriebsentscheidungen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352544"/>
            <a:ext cx="36576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3708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Sichtprüfung bei hunderten Sensoren nicht skalierbar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065776"/>
            <a:ext cx="36576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08406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Fehler: erst beim Schaden erkannt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99048" y="457200"/>
            <a:ext cx="13716" cy="5989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ANOMALIE-TYPEN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09360" y="896112"/>
            <a:ext cx="5486400" cy="117043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896112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188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987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13716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Plötzlicher Ausreißer – kurzzeitig extremer Wert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221992"/>
            <a:ext cx="5486400" cy="117043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2221992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25146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5160" y="2313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2697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Abweichung – langsamer Trend weg vom Normalwert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547872"/>
            <a:ext cx="5486400" cy="117043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3547872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38404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3639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95160" y="40233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Eingefrorener Sensor – liefert konstanten (falschen) Wert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873752"/>
            <a:ext cx="5486400" cy="117043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4873752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473952" y="51663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95160" y="4965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 – Messwert fällt ganz aus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ZIELSETZUNG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soll am Ende funktionieren?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11430000" cy="14630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179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Anomalieerkennung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88366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erkennt Spike, Drift, Frozen und Dropout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Sensorzeitreihen zuverlässig und ohne manuellen Eingriff.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1810512"/>
            <a:ext cx="32004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181051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Detektionsrate ≥ 90 %  ·  False-Positive-Rate ≤ 10 %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11430000" cy="14630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638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108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Interaktives Sensor-Dashboard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52958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Streamlit-Dashboard zeigt den Status aller Sensoren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Echtzeit und schlägt Alarm bei erkannten Fehlern.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0" y="3456432"/>
            <a:ext cx="32004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34564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Reaktionszeit &lt; 1 min  ·  alle 5 Sensorkategorien abgedeckt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645152"/>
            <a:ext cx="11430000" cy="14630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097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754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Wissenschaftliche Dokumentation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17550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und Erkenntnisse werden als vollständige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 dokumentiert und eingereicht.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5102352"/>
            <a:ext cx="32004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5102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Diplomarbeit: April 2027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PROJEKTTEAM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Team.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57784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2588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618488"/>
            <a:ext cx="749808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6184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1581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1947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" y="2496312"/>
            <a:ext cx="512064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6243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Verantwortlich für Projektmanagement, theoretische Grundlagen und Dokumentation (Kap. 1–4).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81928" y="1325880"/>
            <a:ext cx="557784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281928" y="132588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1618488"/>
            <a:ext cx="749808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61848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24928" y="15819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24928" y="1947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496312"/>
            <a:ext cx="512064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6243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Zuständig für Implementierung, Algorithmen, Dashboard und Evaluation (Kap. 5–8).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557784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74904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" y="4041648"/>
            <a:ext cx="749808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04164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40050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370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illwerke vkw AG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" y="4919472"/>
            <a:ext cx="512064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50474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Fachliche Begleitung durch den Auftraggeber – gibt Einblick in reale Anforderungen.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81928" y="3749040"/>
            <a:ext cx="5577840" cy="2103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281928" y="374904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Shape 32"/>
          <p:cNvSpPr/>
          <p:nvPr/>
        </p:nvSpPr>
        <p:spPr>
          <a:xfrm>
            <a:off x="6537960" y="4041648"/>
            <a:ext cx="749808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404164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24928" y="40050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24928" y="4370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 Dornbirn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37960" y="4919472"/>
            <a:ext cx="512064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50474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Schulische Betreuung und Begutachtung der Diplomarbeit.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Meilensteine.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2788920"/>
            <a:ext cx="996696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1168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 · Pflichtenheft · PSP · DA-Datenbank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71216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6" name="Text 14"/>
          <p:cNvSpPr/>
          <p:nvPr/>
        </p:nvSpPr>
        <p:spPr>
          <a:xfrm>
            <a:off x="2871216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94560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0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Synthetischer Datensatz · alle 4 Anomalie-Typen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64608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87952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87952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87952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4279392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EWMA · z-Score implementiert &amp; validiert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0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81344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81344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81344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6272784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· Ampel-Anzeige · Prototyp fertig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51392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4" name="Text 32"/>
          <p:cNvSpPr/>
          <p:nvPr/>
        </p:nvSpPr>
        <p:spPr>
          <a:xfrm>
            <a:off x="8851392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74736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Jan–Mär 27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74736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74736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8266176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Kennzahlen · DA-Überarbeitung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844784" y="258775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10844784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68128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168128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168128" y="3538728"/>
            <a:ext cx="1792224" cy="1508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Text 42"/>
          <p:cNvSpPr/>
          <p:nvPr/>
        </p:nvSpPr>
        <p:spPr>
          <a:xfrm>
            <a:off x="10259568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Einreichung DA · Abschlusspräsentation HTL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Abgabe: April 2027.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2984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129844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1143000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783080"/>
            <a:ext cx="11430000" cy="804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AG · Themenrecherche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Python-Einarbeitung · Sensorik-Recherche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87752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697480"/>
            <a:ext cx="1143000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Okt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2880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Pflichtenheft · Projektauftrag · PSP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880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 · Anomalie-Simulation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02152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611880"/>
            <a:ext cx="11430000" cy="804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 2026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37947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Theorie-Kapitel 1–3 · Zwischenpräsentation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55280" y="37947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· Dashboard-Prototyp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416552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4526280"/>
            <a:ext cx="11430000" cy="80467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 2027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4709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DA-Überarbeitung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4709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Evaluation · Kennzahlen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5330952"/>
            <a:ext cx="114300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5440680"/>
            <a:ext cx="11430000" cy="80467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623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5623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55280" y="5623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2026-06-29T20:28:37Z</dcterms:created>
  <dcterms:modified xsi:type="dcterms:W3CDTF">2026-06-29T20:28:37Z</dcterms:modified>
</cp:coreProperties>
</file>
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der Adrian" userId="265f6e94-8d87-4c52-9609-82e4d0511147" providerId="ADAL" clId="{2CF3BA12-DB92-54F1-A4C0-2938D8AF33EC}"/>
    <pc:docChg chg="modSld">
      <pc:chgData name="Buder Adrian" userId="265f6e94-8d87-4c52-9609-82e4d0511147" providerId="ADAL" clId="{2CF3BA12-DB92-54F1-A4C0-2938D8AF33EC}" dt="2026-06-29T21:18:48.919" v="0" actId="20577"/>
      <pc:docMkLst>
        <pc:docMk/>
      </pc:docMkLst>
      <pc:sldChg chg="modSp mod">
        <pc:chgData name="Buder Adrian" userId="265f6e94-8d87-4c52-9609-82e4d0511147" providerId="ADAL" clId="{2CF3BA12-DB92-54F1-A4C0-2938D8AF33EC}" dt="2026-06-29T21:18:48.919" v="0" actId="20577"/>
        <pc:sldMkLst>
          <pc:docMk/>
          <pc:sldMk cId="0" sldId="263"/>
        </pc:sldMkLst>
        <pc:spChg chg="mod">
          <ac:chgData name="Buder Adrian" userId="265f6e94-8d87-4c52-9609-82e4d0511147" providerId="ADAL" clId="{2CF3BA12-DB92-54F1-A4C0-2938D8AF33EC}" dt="2026-06-29T21:18:48.919" v="0" actId="20577"/>
          <ac:spMkLst>
            <pc:docMk/>
            <pc:sldMk cId="0" sldId="263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76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12188952" cy="19202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10058400" y="64008"/>
            <a:ext cx="1371600" cy="192024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1430000" y="64008"/>
            <a:ext cx="758952" cy="1920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VORPRÄSENTATION  ·  DIPLOMARBEIT 2025/26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HTL Dornbirn – 5. Jahrgang Wirtschaftsingenieurwesen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Sensorfehler im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Wasserkraftwerk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4370832"/>
            <a:ext cx="100584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57200" y="45537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Anomalieerkennung mit PCA und Schwellenwertverfahren  ·  illwerke vkw AG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0109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Projektleiter: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50109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50109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Projektmitglied: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06640" y="50109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3583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HTL: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5358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Hannes Stauss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53583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AG: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06640" y="53583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Kraxner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0" y="6492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AUFTRAGGEBER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illwerke vkw AG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1430000" cy="137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5577840" cy="16002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65760" y="1353312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21792" y="14904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185623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Bregenz, Vorarlberg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81928" y="1353312"/>
            <a:ext cx="5577840" cy="16002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6281928" y="1353312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537960" y="14904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Mitarbeitende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185623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ca. 1.700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5577840" cy="16002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21792" y="33832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Gründung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374904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(Fusion Illwerke + vkw)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81928" y="3246120"/>
            <a:ext cx="5577840" cy="16002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6281928" y="324612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537960" y="33832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Geschäftsfelder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374904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 · Netze · Telekommunikation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65760" y="4983480"/>
            <a:ext cx="11430000" cy="65836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365760" y="4983480"/>
            <a:ext cx="45720" cy="6583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548640" y="5074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AG: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50749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Kraxner – hat konkreten Bedarf für automatische Anomalieerkennung geäußert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AUSGANGSSITUATION IM UNTERNEHMEN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heute: keine automatische Früherkennung.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1430000" cy="137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SENSORKATEGORIEN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5486400" cy="71323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36576" cy="7132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48640" y="2221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Durchfluss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5511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[m³/s]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5486400" cy="71323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36576" cy="7132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48640" y="3090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Drehzahl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4198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[RPM]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886200"/>
            <a:ext cx="5486400" cy="71323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36576" cy="7132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48640" y="39593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288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[°C]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754880"/>
            <a:ext cx="5486400" cy="71323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365760" y="4754880"/>
            <a:ext cx="36576" cy="7132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48640" y="4828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51572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[mm/s]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5623560"/>
            <a:ext cx="5486400" cy="71323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365760" y="5623560"/>
            <a:ext cx="36576" cy="7132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548640" y="5696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025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[bar]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99048" y="1234440"/>
            <a:ext cx="13716" cy="530352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6309360" y="17556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EXISTIERT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2121408"/>
            <a:ext cx="36576" cy="4572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510528" y="21488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Sensordaten 24/7 archiviert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2807208"/>
            <a:ext cx="36576" cy="45720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510528" y="2834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Grenzwertalarme für Extremwerte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09360" y="3657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FEHLT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4023360"/>
            <a:ext cx="36576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6510528" y="40507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Mustererkennung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309360" y="4709160"/>
            <a:ext cx="36576" cy="457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6510528" y="47365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Früherkennung schleichender Fehler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PROBLEMSTELLUNG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Sensorfehler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bleiben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unentdeckt.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65760" y="3520440"/>
            <a:ext cx="5303520" cy="196596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02920" y="3639312"/>
            <a:ext cx="36576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85800" y="36576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Fehlerhafte Messwerte beeinflussen Betriebsentscheidungen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480560"/>
            <a:ext cx="36576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85800" y="44988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 Kontrolle bei hunderten Sensoren nicht skalierbar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9048" y="1234440"/>
            <a:ext cx="13716" cy="530352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30936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ANOMALIE-TYPEN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896112"/>
            <a:ext cx="5486400" cy="126187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309360" y="896112"/>
            <a:ext cx="36576" cy="12618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473952" y="12435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5160" y="1005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142646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Kurzzeitiger Ausreißer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2313432"/>
            <a:ext cx="5486400" cy="126187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6309360" y="2313432"/>
            <a:ext cx="36576" cy="12618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473952" y="266090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95160" y="2423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28437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Schleichende Abweichung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3730752"/>
            <a:ext cx="5486400" cy="126187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6309360" y="3730752"/>
            <a:ext cx="36576" cy="12618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6473952" y="407822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3840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95160" y="42611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Konstanter (falscher) Wert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5148072"/>
            <a:ext cx="5486400" cy="1261872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6309360" y="5148072"/>
            <a:ext cx="36576" cy="12618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6473952" y="5495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95160" y="52578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95160" y="56784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Datenverlust / Ausfall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ZIELSETZUNG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soll am Ende funktionieren?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1430000" cy="137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11430000" cy="148132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48640" y="167335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08760" y="1554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Anomalieerkennung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549640" y="1719072"/>
            <a:ext cx="3063240" cy="65836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8595360" y="171907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Detektionsrate ≥ 90 %  ·  False-Positive-Rate ≤ 10 %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11430000" cy="148132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08760" y="32186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Interaktives Sensor-Dashboard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549640" y="3383280"/>
            <a:ext cx="3063240" cy="65836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8595360" y="338328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Reaktionszeit &lt; 1 min  ·  alle 5 Sensorkategorien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681728"/>
            <a:ext cx="11430000" cy="148132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48640" y="500176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08760" y="488289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Wissenschaftliche Dokumentation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549640" y="5047488"/>
            <a:ext cx="3063240" cy="658368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8595360" y="504748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 Diplomarbeit: April 2027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PROJEKTTEAM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Team.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1430000" cy="137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5577840" cy="22860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640080" y="1709928"/>
            <a:ext cx="914400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40080" y="17099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16733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5120640" cy="137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40080" y="289864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Theoretische Grundlagen · Projektmanagement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81928" y="1325880"/>
            <a:ext cx="5577840" cy="22860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6281928" y="132588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6556248" y="1709928"/>
            <a:ext cx="914400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6556248" y="17099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07808" y="16733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07808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Projektmitglied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56248" y="2743200"/>
            <a:ext cx="5120640" cy="137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6556248" y="289864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Implementierung · Algorithmen · Dashboard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5577840" cy="22860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365760" y="388620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640080" y="4270248"/>
            <a:ext cx="914400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640080" y="427024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91640" y="42336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Kraxner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91640" y="4663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illwerke vkw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5303520"/>
            <a:ext cx="5120640" cy="137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640080" y="545896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Fachliche Begleitung vom Auftraggeber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81928" y="3886200"/>
            <a:ext cx="5577840" cy="228600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6281928" y="3886200"/>
            <a:ext cx="557784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6556248" y="4270248"/>
            <a:ext cx="914400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6556248" y="427024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607808" y="42336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Hannes Stauss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607808" y="4663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HTL Dornbirn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56248" y="5303520"/>
            <a:ext cx="5120640" cy="137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6556248" y="5458968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Schulische Betreuung &amp; Begutachtung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Meilensteine.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1430000" cy="137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0" y="2788920"/>
            <a:ext cx="9966960" cy="3657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877824" y="2587752"/>
            <a:ext cx="438912" cy="438912"/>
          </a:xfrm>
          <a:prstGeom prst="ellipse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877824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" y="212140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" y="31272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1168" y="3538728"/>
            <a:ext cx="1792224" cy="150876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292608" y="361188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Projektauftrag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Pflichtenheft · PSP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71216" y="2587752"/>
            <a:ext cx="438912" cy="438912"/>
          </a:xfrm>
          <a:prstGeom prst="ellipse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2871216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94560" y="212140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 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31272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Datengenerierung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194560" y="3538728"/>
            <a:ext cx="1792224" cy="150876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2286000" y="361188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Synthetischer Datensatz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Anomalie-Typen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64608" y="2587752"/>
            <a:ext cx="438912" cy="438912"/>
          </a:xfrm>
          <a:prstGeom prst="ellipse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864608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87952" y="212140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87952" y="31272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87952" y="3538728"/>
            <a:ext cx="1792224" cy="150876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279392" y="361188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EWMA · z-Score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2587752"/>
            <a:ext cx="438912" cy="438912"/>
          </a:xfrm>
          <a:prstGeom prst="ellipse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858000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81344" y="212140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26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81344" y="31272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81344" y="3538728"/>
            <a:ext cx="1792224" cy="150876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272784" y="361188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Streamlit-App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fertig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851392" y="2587752"/>
            <a:ext cx="438912" cy="438912"/>
          </a:xfrm>
          <a:prstGeom prst="ellipse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8851392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74736" y="212140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Jan–Mär 27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74736" y="31272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74736" y="3538728"/>
            <a:ext cx="1792224" cy="150876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8266176" y="361188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· Kennzahlen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DA-Überarbeitung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844784" y="2587752"/>
            <a:ext cx="438912" cy="43891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10844784" y="25877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168128" y="212140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168128" y="312724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0168128" y="3538728"/>
            <a:ext cx="1792224" cy="150876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10259568" y="3611880"/>
            <a:ext cx="1609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Einreichung DA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Abschlusspräsentation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 – Apr 2027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1430000" cy="137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65760" y="65836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612880" y="6583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19765" y="1353312"/>
            <a:ext cx="903427" cy="4416552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2788920" y="1353312"/>
            <a:ext cx="9034272" cy="237744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788920" y="1353312"/>
            <a:ext cx="9034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'26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92347" y="1353312"/>
            <a:ext cx="9034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'26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95774" y="1353312"/>
            <a:ext cx="9034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'26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99202" y="1353312"/>
            <a:ext cx="9034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 '26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2629" y="1353312"/>
            <a:ext cx="9034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'26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06056" y="1353312"/>
            <a:ext cx="9034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'26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09483" y="1353312"/>
            <a:ext cx="9034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'27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12910" y="1353312"/>
            <a:ext cx="9034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'27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016338" y="1353312"/>
            <a:ext cx="9034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Mär '27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919765" y="1353312"/>
            <a:ext cx="9034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'27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1673352"/>
            <a:ext cx="2331720" cy="23774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65760" y="16733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1911096"/>
            <a:ext cx="114757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457200" y="19110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25496" y="1956816"/>
            <a:ext cx="1733702" cy="21945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365760" y="2258568"/>
            <a:ext cx="11475720" cy="310896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57200" y="225856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Pflichtenheft · PSP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32350" y="2304288"/>
            <a:ext cx="1733702" cy="21945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365760" y="2606040"/>
            <a:ext cx="114757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57200" y="260604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Theorieteil Kap. 1–3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39205" y="2651760"/>
            <a:ext cx="1733702" cy="21945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365760" y="2953512"/>
            <a:ext cx="11475720" cy="310896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457200" y="295351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4 · DA-Überarbeitung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46059" y="2999232"/>
            <a:ext cx="2637130" cy="21945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365760" y="3300984"/>
            <a:ext cx="114757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457200" y="330098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 Diplomarbeit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243462" y="3364992"/>
            <a:ext cx="256032" cy="256032"/>
          </a:xfrm>
          <a:prstGeom prst="ellipse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11206886" y="334670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758184"/>
            <a:ext cx="2331720" cy="237744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365760" y="3758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3995928"/>
            <a:ext cx="114757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457200" y="39959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Sensorik-Einarbeitung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825496" y="4041648"/>
            <a:ext cx="1733702" cy="219456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365760" y="4343400"/>
            <a:ext cx="11475720" cy="310896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457200" y="43434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Datengenerierung · Anomalie-Sim.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32350" y="4389120"/>
            <a:ext cx="1733702" cy="219456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6" name="Shape 44"/>
          <p:cNvSpPr/>
          <p:nvPr/>
        </p:nvSpPr>
        <p:spPr>
          <a:xfrm>
            <a:off x="365760" y="4690872"/>
            <a:ext cx="114757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457200" y="469087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 · Dashboard-Prototyp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39205" y="4736592"/>
            <a:ext cx="1733702" cy="219456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Shape 47"/>
          <p:cNvSpPr/>
          <p:nvPr/>
        </p:nvSpPr>
        <p:spPr>
          <a:xfrm>
            <a:off x="365760" y="5038344"/>
            <a:ext cx="11475720" cy="310896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0" name="Text 48"/>
          <p:cNvSpPr/>
          <p:nvPr/>
        </p:nvSpPr>
        <p:spPr>
          <a:xfrm>
            <a:off x="457200" y="503834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· Evaluation · Kennzahlen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246059" y="5084064"/>
            <a:ext cx="2637130" cy="219456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2" name="Shape 50"/>
          <p:cNvSpPr/>
          <p:nvPr/>
        </p:nvSpPr>
        <p:spPr>
          <a:xfrm>
            <a:off x="365760" y="5385816"/>
            <a:ext cx="114757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3" name="Text 51"/>
          <p:cNvSpPr/>
          <p:nvPr/>
        </p:nvSpPr>
        <p:spPr>
          <a:xfrm>
            <a:off x="457200" y="538581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 Diplomarbeit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1243462" y="5449824"/>
            <a:ext cx="256032" cy="25603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5" name="Text 53"/>
          <p:cNvSpPr/>
          <p:nvPr/>
        </p:nvSpPr>
        <p:spPr>
          <a:xfrm>
            <a:off x="11206886" y="543153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788920" y="1353312"/>
            <a:ext cx="7315" cy="44165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7" name="Shape 55"/>
          <p:cNvSpPr/>
          <p:nvPr/>
        </p:nvSpPr>
        <p:spPr>
          <a:xfrm>
            <a:off x="3692347" y="1353312"/>
            <a:ext cx="7315" cy="44165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8" name="Shape 56"/>
          <p:cNvSpPr/>
          <p:nvPr/>
        </p:nvSpPr>
        <p:spPr>
          <a:xfrm>
            <a:off x="4595774" y="1353312"/>
            <a:ext cx="7315" cy="44165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9" name="Shape 57"/>
          <p:cNvSpPr/>
          <p:nvPr/>
        </p:nvSpPr>
        <p:spPr>
          <a:xfrm>
            <a:off x="5499202" y="1353312"/>
            <a:ext cx="7315" cy="44165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0" name="Shape 58"/>
          <p:cNvSpPr/>
          <p:nvPr/>
        </p:nvSpPr>
        <p:spPr>
          <a:xfrm>
            <a:off x="6402629" y="1353312"/>
            <a:ext cx="7315" cy="44165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1" name="Shape 59"/>
          <p:cNvSpPr/>
          <p:nvPr/>
        </p:nvSpPr>
        <p:spPr>
          <a:xfrm>
            <a:off x="7306056" y="1353312"/>
            <a:ext cx="7315" cy="44165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2" name="Shape 60"/>
          <p:cNvSpPr/>
          <p:nvPr/>
        </p:nvSpPr>
        <p:spPr>
          <a:xfrm>
            <a:off x="8209483" y="1353312"/>
            <a:ext cx="7315" cy="44165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3" name="Shape 61"/>
          <p:cNvSpPr/>
          <p:nvPr/>
        </p:nvSpPr>
        <p:spPr>
          <a:xfrm>
            <a:off x="9112910" y="1353312"/>
            <a:ext cx="7315" cy="44165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4" name="Shape 62"/>
          <p:cNvSpPr/>
          <p:nvPr/>
        </p:nvSpPr>
        <p:spPr>
          <a:xfrm>
            <a:off x="10016338" y="1353312"/>
            <a:ext cx="7315" cy="44165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5" name="Shape 63"/>
          <p:cNvSpPr/>
          <p:nvPr/>
        </p:nvSpPr>
        <p:spPr>
          <a:xfrm>
            <a:off x="10919765" y="1353312"/>
            <a:ext cx="7315" cy="44165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6" name="Shape 64"/>
          <p:cNvSpPr/>
          <p:nvPr/>
        </p:nvSpPr>
        <p:spPr>
          <a:xfrm>
            <a:off x="11823192" y="1353312"/>
            <a:ext cx="7315" cy="4416552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7" name="Shape 65"/>
          <p:cNvSpPr/>
          <p:nvPr/>
        </p:nvSpPr>
        <p:spPr>
          <a:xfrm>
            <a:off x="457200" y="5888736"/>
            <a:ext cx="182880" cy="14630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8" name="Text 66"/>
          <p:cNvSpPr/>
          <p:nvPr/>
        </p:nvSpPr>
        <p:spPr>
          <a:xfrm>
            <a:off x="685800" y="5824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834640" y="5888736"/>
            <a:ext cx="182880" cy="146304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0" name="Text 68"/>
          <p:cNvSpPr/>
          <p:nvPr/>
        </p:nvSpPr>
        <p:spPr>
          <a:xfrm>
            <a:off x="3063240" y="5824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Macintosh PowerPoint</Application>
  <PresentationFormat>Breitbild</PresentationFormat>
  <Paragraphs>176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Buder Adrian</cp:lastModifiedBy>
  <cp:revision>1</cp:revision>
  <dcterms:created xsi:type="dcterms:W3CDTF">2026-06-29T21:15:00Z</dcterms:created>
  <dcterms:modified xsi:type="dcterms:W3CDTF">2026-06-29T21:18:55Z</dcterms:modified>
</cp:coreProperties>
</file>
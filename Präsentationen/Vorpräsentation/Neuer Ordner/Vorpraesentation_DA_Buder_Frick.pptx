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4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uder Adrian" userId="265f6e94-8d87-4c52-9609-82e4d0511147" providerId="ADAL" clId="{2CF3BA12-DB92-54F1-A4C0-2938D8AF33EC}"/>
    <pc:docChg chg="custSel modSld">
      <pc:chgData name="Buder Adrian" userId="265f6e94-8d87-4c52-9609-82e4d0511147" providerId="ADAL" clId="{2CF3BA12-DB92-54F1-A4C0-2938D8AF33EC}" dt="2026-06-29T19:26:20.321" v="4" actId="1076"/>
      <pc:docMkLst>
        <pc:docMk/>
      </pc:docMkLst>
      <pc:sldChg chg="delSp modSp mod">
        <pc:chgData name="Buder Adrian" userId="265f6e94-8d87-4c52-9609-82e4d0511147" providerId="ADAL" clId="{2CF3BA12-DB92-54F1-A4C0-2938D8AF33EC}" dt="2026-06-29T19:26:20.321" v="4" actId="1076"/>
        <pc:sldMkLst>
          <pc:docMk/>
          <pc:sldMk cId="0" sldId="256"/>
        </pc:sldMkLst>
        <pc:spChg chg="mod">
          <ac:chgData name="Buder Adrian" userId="265f6e94-8d87-4c52-9609-82e4d0511147" providerId="ADAL" clId="{2CF3BA12-DB92-54F1-A4C0-2938D8AF33EC}" dt="2026-06-29T19:26:20.321" v="4" actId="1076"/>
          <ac:spMkLst>
            <pc:docMk/>
            <pc:sldMk cId="0" sldId="256"/>
            <ac:spMk id="2" creationId="{00000000-0000-0000-0000-000000000000}"/>
          </ac:spMkLst>
        </pc:spChg>
        <pc:spChg chg="del">
          <ac:chgData name="Buder Adrian" userId="265f6e94-8d87-4c52-9609-82e4d0511147" providerId="ADAL" clId="{2CF3BA12-DB92-54F1-A4C0-2938D8AF33EC}" dt="2026-06-29T19:20:59.904" v="1" actId="478"/>
          <ac:spMkLst>
            <pc:docMk/>
            <pc:sldMk cId="0" sldId="256"/>
            <ac:spMk id="3" creationId="{00000000-0000-0000-0000-000000000000}"/>
          </ac:spMkLst>
        </pc:spChg>
        <pc:spChg chg="del">
          <ac:chgData name="Buder Adrian" userId="265f6e94-8d87-4c52-9609-82e4d0511147" providerId="ADAL" clId="{2CF3BA12-DB92-54F1-A4C0-2938D8AF33EC}" dt="2026-06-29T19:20:57.822" v="0" actId="478"/>
          <ac:spMkLst>
            <pc:docMk/>
            <pc:sldMk cId="0" sldId="256"/>
            <ac:spMk id="4" creationId="{00000000-0000-0000-0000-000000000000}"/>
          </ac:spMkLst>
        </pc:spChg>
      </pc:sldChg>
      <pc:sldChg chg="delSp modSp mod">
        <pc:chgData name="Buder Adrian" userId="265f6e94-8d87-4c52-9609-82e4d0511147" providerId="ADAL" clId="{2CF3BA12-DB92-54F1-A4C0-2938D8AF33EC}" dt="2026-06-29T19:23:01.746" v="3" actId="478"/>
        <pc:sldMkLst>
          <pc:docMk/>
          <pc:sldMk cId="0" sldId="260"/>
        </pc:sldMkLst>
        <pc:spChg chg="del mod">
          <ac:chgData name="Buder Adrian" userId="265f6e94-8d87-4c52-9609-82e4d0511147" providerId="ADAL" clId="{2CF3BA12-DB92-54F1-A4C0-2938D8AF33EC}" dt="2026-06-29T19:23:01.746" v="3" actId="478"/>
          <ac:spMkLst>
            <pc:docMk/>
            <pc:sldMk cId="0" sldId="260"/>
            <ac:spMk id="3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7059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Kurze Begrüßung: Wir stellen heute unser DA-Projekt vor. Thema, Team, Ziele und grobe Planung.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illwerke vkw: Größter Energieversorger Vorarlbergs. Betreibt Pumpspeicher-, Speicher- und Laufkraftwerke. Unser Betreuer beim AG: Thomas Kraxner.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Wir erkennen automatisch verschiedene Sensorausfälle. Output: Streamlit-Dashboard mit Ampel-Anzeige pro Sensor.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Kurze Vorstellung: Aaron ist Projektleiter, ich (Adrian) bin Projektmitglied. Thomas Kraxner betreut uns bei illwerke vkw, Hannes Stauss an der Schule.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Zeitplan laut Leitfaden HTL Dornbirn. Wir befinden uns jetzt am Anfang – Vorbereitungsphase im Sommer.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3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612" y="3299655"/>
            <a:ext cx="9692640" cy="2286000"/>
          </a:xfrm>
          <a:prstGeom prst="roundRect">
            <a:avLst>
              <a:gd name="adj" fmla="val 6000"/>
            </a:avLst>
          </a:prstGeom>
          <a:solidFill>
            <a:srgbClr val="1C7293">
              <a:alpha val="65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VORPRÄSENTATION · DIPLOMARBEIT 2025/26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7772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Digitales Frühwarnsystem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für Sensorfehler im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Wasserkraftwerk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Anomalieerkennung in Sensordaten mit PCA und Schwellenwertverfahren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069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Frick  ·  Adrian Buder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Betreuer HTL: Hannes Stauss  ·  Betreuer AG: Thomas Kraxner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0" y="4663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Auftraggeber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43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illwerke vkw AG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621792" y="1965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Sitz &amp; Eigentümer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1792" y="225856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Bregenz, Vorarlberg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95,5 % Eigentum des Landes Vorarlberg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87452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919472" y="1965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Mitarbeitende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19472" y="225856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1.700 Mitarbeiterinnen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Mitarbeiter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21792" y="3246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Gründung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353872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– Fusion der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Vorarlberger Illwerke und vkw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315468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4919472" y="3246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Geschäftsfelder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19472" y="353872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Energieerzeugung, Netze,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Telekommunikation, Tourismus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34340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594360" y="440740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Betreibt über 20 Wasserkraftwerke in Vorarlberg – Innovations­führer bei flexibler Energieerzeugung und Speicherung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Projektinhalt &amp; Ziele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3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Problemstellung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Fehlerhafte oder eingefrorene Sensoren in Wasserkraftwerken (Temperatur, Druck, Durchfluss, Drehzahl, Vibration) verursachen hohe Wartungskosten und können unentdeckt Schäden verursachen.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3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 erkennende Anomalien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D6EAF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30352" y="262432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294436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Plötzliche Ausreißer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256032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D6EAF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2679192" y="262432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79192" y="294436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Schleichende Abweichung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56032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D6EAF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4828032" y="262432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28032" y="294436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Eingefrorener Sensor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256032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D6EAF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6976872" y="262432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76872" y="294436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Datenverlust / Ausfall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6758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3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Projektziele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04164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Anomalieerkennung: </a:t>
            </a: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+ Schwellenwertverfahren (Moving Average, EWMA, z-Score)
</a:t>
            </a:r>
            <a:r>
              <a:rPr lang="en-US" sz="11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Visualisierung: </a:t>
            </a: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 Streamlit-App mit Status-Ampeln für jeden Sensor
</a:t>
            </a:r>
            <a:r>
              <a:rPr lang="en-US" sz="11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Ergebnis: </a:t>
            </a: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Funktionierender Prototyp + wissenschaftliche Dokumentation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Projektteam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34440" y="1143000"/>
            <a:ext cx="32461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1371600" y="1234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3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Aaron Frick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554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Projektleiter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0" y="1856232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Algorithmik, Software,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Visualisierung, Dokumentation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Implementierung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4754880" y="1280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532120" y="1143000"/>
            <a:ext cx="32461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669280" y="1234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3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Adrian Buder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0" y="1554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Projektmitglied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0" y="1856232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Datenerfassung, Analyse,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Dokumentation Grundlagen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640080" cy="640080"/>
          </a:xfrm>
          <a:prstGeom prst="ellipse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57200" y="3063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234440" y="2926080"/>
            <a:ext cx="32461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1371600" y="3017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3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Thomas Kraxner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33375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Betreuer illwerke vkw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71600" y="3639312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Fachliche Begleitung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 Auftraggeber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2926080"/>
            <a:ext cx="640080" cy="640080"/>
          </a:xfrm>
          <a:prstGeom prst="ellipse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4754880" y="3063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532120" y="2926080"/>
            <a:ext cx="32461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5669280" y="3017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3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Hannes Stauss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69280" y="33375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Betreuer HTL Dornbirn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0" y="3639312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Schulische Betreuung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Begutachtung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Grobe Projektplanung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764792" y="1600200"/>
            <a:ext cx="2743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914400" cy="9144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221284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– Aug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2542032"/>
            <a:ext cx="1581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3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Projektstart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26080"/>
            <a:ext cx="1581912" cy="1783080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393192" y="3017520"/>
            <a:ext cx="14356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beim AG, Datenzugang,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Kick-Off, Pflichtenheft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1600200"/>
            <a:ext cx="2743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2258568" y="1188720"/>
            <a:ext cx="914400" cy="9144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2258568" y="14813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029968" y="221284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– Okt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29968" y="2542032"/>
            <a:ext cx="1581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3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Konzept &amp; Planung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29968" y="2926080"/>
            <a:ext cx="1581912" cy="1783080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2103120" y="3017520"/>
            <a:ext cx="14356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Projektauftrag, DA-Datenbank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Eintrag, Projekthandbuch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84648" y="1600200"/>
            <a:ext cx="2743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3968496" y="1188720"/>
            <a:ext cx="914400" cy="9144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3968496" y="14813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739896" y="221284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– Dez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739896" y="2542032"/>
            <a:ext cx="1581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3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Implementierung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739896" y="2926080"/>
            <a:ext cx="1581912" cy="1783080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3813048" y="3017520"/>
            <a:ext cx="14356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Algorithmen, Dashboard,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Zwischenpräsentation (Nov)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94576" y="1600200"/>
            <a:ext cx="2743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5678424" y="1188720"/>
            <a:ext cx="914400" cy="9144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5678424" y="14813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49824" y="221284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Mär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49824" y="2542032"/>
            <a:ext cx="1581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3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Doku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9824" y="2926080"/>
            <a:ext cx="1581912" cy="1783080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5522976" y="3017520"/>
            <a:ext cx="14356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Evaluierung, Überarbeitung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Diplomarbeit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88352" y="1188720"/>
            <a:ext cx="914400" cy="9144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7388352" y="14813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159752" y="221284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159752" y="2542032"/>
            <a:ext cx="1581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3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Abgabe &amp; Präs.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159752" y="2926080"/>
            <a:ext cx="1581912" cy="1783080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/>
          <p:nvPr/>
        </p:nvSpPr>
        <p:spPr>
          <a:xfrm>
            <a:off x="7232904" y="3017520"/>
            <a:ext cx="14356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Abgabe DA, Abschluss-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präsentation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382</Words>
  <Application>Microsoft Macintosh PowerPoint</Application>
  <PresentationFormat>Bildschirmpräsentation (16:9)</PresentationFormat>
  <Paragraphs>95</Paragraphs>
  <Slides>5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Vorpräsentation – Digitales Frühwarnsystem für Sensorfehler im Wasserkraftwerk</dc:title>
  <dc:subject>PptxGenJS Presentation</dc:subject>
  <dc:creator>PptxGenJS</dc:creator>
  <cp:lastModifiedBy>Buder Adrian</cp:lastModifiedBy>
  <cp:revision>1</cp:revision>
  <dcterms:created xsi:type="dcterms:W3CDTF">2026-06-29T19:18:38Z</dcterms:created>
  <dcterms:modified xsi:type="dcterms:W3CDTF">2026-06-29T19:26:30Z</dcterms:modified>
</cp:coreProperties>
</file>
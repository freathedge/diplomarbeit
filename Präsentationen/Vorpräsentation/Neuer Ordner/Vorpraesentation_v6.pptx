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2344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 ·  VORPRÄSENTATION  ·  JUNI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– 5. Jahrgang Wirtschaftsingenieurwesen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164592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83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mittels PCA und Schwellenwertverfahren  ·  illwerke vkw 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950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61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61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Wasser- und Pump-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speicherkraftwerke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Gegründet 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100 Jahre Erfahrung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Energieversorger Vorarlbergs  ·  Pumpspeicher-, Speicher- und Laufkraftwerke  ·  Innovationsführer bei Erneuerbaren Energien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 &amp; Betreuer AG: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977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  –  hat konkreten Bedarf für automatische Anomalieerkennung geäußert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heute: keine automatische Früherkennung.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01168"/>
            <a:ext cx="16459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EXISTIERT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Jedes Kraftwerk erfasst Daten aus 5 Sensor-Kategorien rund um die Uhr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Rohdaten im Minutentakt – über Monate und Jahre archiviert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Einfache Grenzwertalarme für offensichtliche Extremwerte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Kein System, das Sensorfehler-Muster automatisch erkennt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Schleichende Anomalien bleiben wochenlang unentdeckt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SENSOR-KATEGORIEN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664208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64208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Durchfluss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1956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[m³/s]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Wasserdurchsatz durch Turbine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Drehzahl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[RPM]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404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Turbinengeschwindigkeit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07792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[°C]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026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Lager, Öl, Kühlwasser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9584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29584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[mm/s]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6484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Maschinenschwingungen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151376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151376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19472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[bar]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4270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Wasserdruck, Öldruck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201168"/>
            <a:ext cx="16459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unentdeckt.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48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Fehlerhafte Messwerte fließen unbemerkt in Betriebsentscheidungen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Manuelle Sichtprüfung bei hunderten Sensoren nicht skalierbar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Schleichende Fehler: erst beim Schaden erkannt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530352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530352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640080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23560" y="603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950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Plötzlicher Ausreißer – kurzzeitig extremer Wert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645920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755648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23560" y="2066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 – langsamer Trend weg vom Normalwert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761488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761488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71216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Wert – Sensor liefert konstanten (falschen) Wert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877056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877056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986784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23560" y="3950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2356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– Messwert fällt ganz aus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Ziel ist klar und messbar.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6576" cy="3337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4447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von Spike, Drift, Frozen &amp; Dropout in Sensorzeitreihen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947672"/>
            <a:ext cx="8001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9397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1122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  ·  Reaktionszeit &lt; 1 min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8001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614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7797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Scikit-learn  ·  Streamlit-Dashboard  ·  synthetischer Testdatensatz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282696"/>
            <a:ext cx="8001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4472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Schüler  ·  vorhandene Python-Kenntnisse  ·  Betreuung AG: Thomas Kraxner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3950208"/>
            <a:ext cx="80010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965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114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fertig: Dezember 2026  ·  Abgabe Diplomarbeit: April 2027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THEORIETEIL &amp; AUFGABENTEILUNG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  ·  Theoretische Kapitel &amp; PM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591056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190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19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Grundlagen Wasserkraftwerke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225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322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Sensorik &amp; Messtechnik im Kraftwerk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Anomalieerkennung – Typen &amp; Methoden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295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Projektmanagement nach PMA-Standard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566928"/>
            <a:ext cx="416052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804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12435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  ·  Implementierung &amp; Testing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1591056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71907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17190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Synthetische Datengenerierung (Python)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3225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32257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Algorithmen: PCA · EWMA · z-Score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2926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Streamlit-Dashboard &amp; Visualisierung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52958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5295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Testing, Evaluation &amp; Kennzahlen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389120"/>
            <a:ext cx="841248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34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BETREUUNG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20240" y="44348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Dornbirn: Hannes Stauss   ·   illwerke vkw AG: Thomas Kraxner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12848"/>
            <a:ext cx="79552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 · Pflichtenheft · PSP · DA-Datenbank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01952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03704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0512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64792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· alle 4 Anomalie-Typen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0984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02736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9544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EWMA + z-Score implementiert &amp; validiert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0016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08576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62856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· Ampel-Anzeige · Prototyp fertig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99048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07608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Jan–Mär 27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1888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Kennzahlen · DA-Überarbeitung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9808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99832" y="20482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6092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Einreichung DA · Abschlusspräsentation HTL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Abgabe: April 2027.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 · Themenrecherche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Python-Einarbeitung · Sensorik-Recherche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889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Projektauftrag · PSP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· Anomalie-Simulation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986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889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 1–3 · Zwischenpräsentation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Dashboard-Prototyp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2027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DA-Überarbeitung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893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Evaluation · Kennzahlen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889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188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 Wasserkraftwerk.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 passieren.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erkennen sie — bevor Schäden entstehen.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90 %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55848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· Drift · Frozen · Dropout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54496" y="3154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Apr. 2027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54496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 Diplomarbeit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45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86000" y="4663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 ·  Adrian Buder  ·  Hannes Stauss (HTL)  ·  Thomas Kraxner (illwerke vkw)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2026-06-29T20:08:40Z</dcterms:created>
  <dcterms:modified xsi:type="dcterms:W3CDTF">2026-06-29T20:08:40Z</dcterms:modified>
</cp:coreProperties>
</file>